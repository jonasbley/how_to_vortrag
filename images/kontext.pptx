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5975BE-02C3-7D6E-6DCB-AC8C12A20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4E186F9-F431-3EC2-9B88-A9AF22BC5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23633E-C142-AB57-2701-FC2E9349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EBB83A-0A30-8FF9-316F-440EAF3DD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35D5DD-92D6-2037-D6EE-CE406F0C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606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FCD99-9811-EC2E-35F4-25EA177AB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B7EC99-7CC1-E764-ADAD-E82C8F06B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604CBB-A304-D113-3CD6-120ED92BF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6693BF-549D-5826-2464-107A721C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E6DB1F-B55F-C86C-996B-CAA12210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204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3AD91D-E168-C0E5-78A9-03BBFA60F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D4A180-513F-AF6E-121F-A9A9385BF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C76789-D157-F657-E7A4-5FE2B1E9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C3A7D3-A33F-BB7D-8EF8-C6045AD1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A12600-0269-596B-675C-59C455C0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27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A0605-34D4-ADC9-A6B2-8C9A916A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C106D1-F455-CF57-4F96-86863630D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0BE8AD-5270-1175-38F9-7B61E0319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06C08A-5A6E-B81F-30D0-028D8070D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CDA0F1-71DE-0A14-0754-0FC1666D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94E82D-5DF0-27FA-3C82-3D3B34C5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339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A3B8C-4951-8B65-BB9E-7718D9D8E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2077E8-970D-D890-64F4-F84B5E010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01E482-C259-6945-9D0F-72E4E681B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EE5217C-8168-F11E-0EF8-484FA7C11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94A1813-F20C-7423-D939-DB8B0223F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10DD09D-AB77-2C70-C9F4-8B30244C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C93728D-78C4-CC3D-A838-2DFD0966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3F703A8-504D-CC44-7E58-8D9C3E0B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4392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A15911-C7DD-EDD0-BFBD-3D3E1A68E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6FE2E0-C8B4-8991-58E3-1B1CECAB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7EFABC-ECE3-5402-B2EA-ECC8575F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F51E1D-11B7-79DF-F88F-761C7C80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5007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6CEF2E-8BEF-7F40-1C45-D20AA472E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5828F62-D725-EBEF-C016-5DE3D0DE5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C8608D-8071-1225-1F59-B3C82D42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614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9AD811-F83D-4C06-2BA7-510F9C90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CDC3BF-B067-D5DF-8F4A-22D9C6CE4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31E145-9426-0101-3D21-8DD291D24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BD367A-4847-0732-F715-FC069A71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3BC9EB-6630-ACFA-C187-27F5092FC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F723A7-BFF5-ED1D-D8B6-4D27C585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211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F29E7-9BB3-96B7-2781-0B5B5AE1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935F617-AAEB-0951-AAEF-10030783BD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0C8868-07FA-99B8-DFE9-0FB66E8D1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78C486-159F-BCBA-DA8E-FEF2D26A0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985DDA-338F-2FF9-27D1-8C874A2B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A98B9F-5F65-D30F-B977-32A8D592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80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5B689-EB0C-6844-EF7A-1637C996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8825D41-0867-9EB2-C347-A5483C4DD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01367C-38FE-5149-8FA3-6A0449A9E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FBC027-0E03-8592-3967-243B3D30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557181-557C-CD9B-9D94-7F4315E9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61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44312F6-E27E-25A0-E637-620A22829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421D0C-30DB-8053-5187-6325B04DA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F29C4D-1E3A-DE84-72A4-8D0DF3E7A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75A91D-6BA7-ED5A-02C9-6436F0E32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24DA24-02C6-4619-4281-6427862C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7363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AC66425-9B21-EE56-2A40-8822C4A7F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9C741C-625C-9897-20C7-60521C7DD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3A6A64-D780-6703-DA95-F73EEBAA3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7F1858-A516-4078-8282-F592DCC75031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28CE19-8E37-B36F-0F98-914123EAA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129F44-C044-D865-3A89-BF4C73D5D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48C20-B1FE-45AF-ABD7-6120CB090C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2716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9911C64B-05B7-C0BD-8200-DAAEBB82CDF2}"/>
              </a:ext>
            </a:extLst>
          </p:cNvPr>
          <p:cNvSpPr txBox="1"/>
          <p:nvPr/>
        </p:nvSpPr>
        <p:spPr>
          <a:xfrm>
            <a:off x="3501988" y="1376150"/>
            <a:ext cx="1064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Rahmen und Kontext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5EC2B8B-5FFF-3D06-C6FD-8751A986B4D0}"/>
              </a:ext>
            </a:extLst>
          </p:cNvPr>
          <p:cNvSpPr/>
          <p:nvPr/>
        </p:nvSpPr>
        <p:spPr>
          <a:xfrm>
            <a:off x="5518583" y="1609114"/>
            <a:ext cx="1219200" cy="1219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165D988-7EBE-2064-1ABC-892A28ED9254}"/>
              </a:ext>
            </a:extLst>
          </p:cNvPr>
          <p:cNvSpPr/>
          <p:nvPr/>
        </p:nvSpPr>
        <p:spPr>
          <a:xfrm>
            <a:off x="6471261" y="3273484"/>
            <a:ext cx="1219200" cy="1219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8B02E25-7809-CB5E-8ACA-C51E0BD06256}"/>
              </a:ext>
            </a:extLst>
          </p:cNvPr>
          <p:cNvSpPr/>
          <p:nvPr/>
        </p:nvSpPr>
        <p:spPr>
          <a:xfrm>
            <a:off x="4633361" y="3273484"/>
            <a:ext cx="1219200" cy="1219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112B368-2C0B-D40E-C038-21D0F48566D4}"/>
              </a:ext>
            </a:extLst>
          </p:cNvPr>
          <p:cNvSpPr/>
          <p:nvPr/>
        </p:nvSpPr>
        <p:spPr>
          <a:xfrm>
            <a:off x="4164206" y="1271267"/>
            <a:ext cx="4004434" cy="40044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57DA32C-8DBB-DCD9-6C94-1057AA7EB20F}"/>
              </a:ext>
            </a:extLst>
          </p:cNvPr>
          <p:cNvSpPr txBox="1"/>
          <p:nvPr/>
        </p:nvSpPr>
        <p:spPr>
          <a:xfrm>
            <a:off x="5465042" y="2060824"/>
            <a:ext cx="132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Zielgruppe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F7A5753-CF83-F7A7-36A4-09BBA3663F29}"/>
              </a:ext>
            </a:extLst>
          </p:cNvPr>
          <p:cNvSpPr txBox="1"/>
          <p:nvPr/>
        </p:nvSpPr>
        <p:spPr>
          <a:xfrm>
            <a:off x="4579820" y="3678182"/>
            <a:ext cx="132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Zielsetzung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0B4CB52-5BEC-E1E8-0237-085AA860F98A}"/>
              </a:ext>
            </a:extLst>
          </p:cNvPr>
          <p:cNvSpPr txBox="1"/>
          <p:nvPr/>
        </p:nvSpPr>
        <p:spPr>
          <a:xfrm>
            <a:off x="6417720" y="3698418"/>
            <a:ext cx="132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Umsetzung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B5C6F4B-2B1F-9012-24C3-398A223AFC67}"/>
              </a:ext>
            </a:extLst>
          </p:cNvPr>
          <p:cNvCxnSpPr>
            <a:cxnSpLocks/>
          </p:cNvCxnSpPr>
          <p:nvPr/>
        </p:nvCxnSpPr>
        <p:spPr>
          <a:xfrm flipH="1">
            <a:off x="5540263" y="2783931"/>
            <a:ext cx="290843" cy="52063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F361F4A7-9C78-DEBE-4150-51691F5EC573}"/>
              </a:ext>
            </a:extLst>
          </p:cNvPr>
          <p:cNvCxnSpPr>
            <a:cxnSpLocks/>
          </p:cNvCxnSpPr>
          <p:nvPr/>
        </p:nvCxnSpPr>
        <p:spPr>
          <a:xfrm flipH="1" flipV="1">
            <a:off x="6500480" y="2744239"/>
            <a:ext cx="290843" cy="52063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5A4A2C58-34E3-1A09-0311-B32B587F463C}"/>
              </a:ext>
            </a:extLst>
          </p:cNvPr>
          <p:cNvCxnSpPr>
            <a:cxnSpLocks/>
          </p:cNvCxnSpPr>
          <p:nvPr/>
        </p:nvCxnSpPr>
        <p:spPr>
          <a:xfrm flipH="1">
            <a:off x="5905376" y="3883084"/>
            <a:ext cx="522095" cy="0"/>
          </a:xfrm>
          <a:prstGeom prst="straightConnector1">
            <a:avLst/>
          </a:prstGeom>
          <a:ln w="38100">
            <a:solidFill>
              <a:srgbClr val="00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47D7D149-AE4C-D244-C75F-C0E33109C23F}"/>
              </a:ext>
            </a:extLst>
          </p:cNvPr>
          <p:cNvSpPr txBox="1"/>
          <p:nvPr/>
        </p:nvSpPr>
        <p:spPr>
          <a:xfrm>
            <a:off x="4271882" y="2804165"/>
            <a:ext cx="144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Erwartungen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366C180-746D-C0E4-57A4-5CFA666FEABD}"/>
              </a:ext>
            </a:extLst>
          </p:cNvPr>
          <p:cNvSpPr txBox="1"/>
          <p:nvPr/>
        </p:nvSpPr>
        <p:spPr>
          <a:xfrm>
            <a:off x="6641846" y="2806284"/>
            <a:ext cx="1574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Möglichkeiten</a:t>
            </a:r>
          </a:p>
        </p:txBody>
      </p:sp>
    </p:spTree>
    <p:extLst>
      <p:ext uri="{BB962C8B-B14F-4D97-AF65-F5344CB8AC3E}">
        <p14:creationId xmlns:p14="http://schemas.microsoft.com/office/powerpoint/2010/main" val="156624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9911C64B-05B7-C0BD-8200-DAAEBB82CDF2}"/>
              </a:ext>
            </a:extLst>
          </p:cNvPr>
          <p:cNvSpPr txBox="1"/>
          <p:nvPr/>
        </p:nvSpPr>
        <p:spPr>
          <a:xfrm>
            <a:off x="3501988" y="1376150"/>
            <a:ext cx="1064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Rahmen und Kontext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5EC2B8B-5FFF-3D06-C6FD-8751A986B4D0}"/>
              </a:ext>
            </a:extLst>
          </p:cNvPr>
          <p:cNvSpPr/>
          <p:nvPr/>
        </p:nvSpPr>
        <p:spPr>
          <a:xfrm>
            <a:off x="5518583" y="1609114"/>
            <a:ext cx="1219200" cy="1219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165D988-7EBE-2064-1ABC-892A28ED9254}"/>
              </a:ext>
            </a:extLst>
          </p:cNvPr>
          <p:cNvSpPr/>
          <p:nvPr/>
        </p:nvSpPr>
        <p:spPr>
          <a:xfrm>
            <a:off x="6471261" y="3273484"/>
            <a:ext cx="1219200" cy="1219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8B02E25-7809-CB5E-8ACA-C51E0BD06256}"/>
              </a:ext>
            </a:extLst>
          </p:cNvPr>
          <p:cNvSpPr/>
          <p:nvPr/>
        </p:nvSpPr>
        <p:spPr>
          <a:xfrm>
            <a:off x="4633361" y="3273484"/>
            <a:ext cx="1219200" cy="1219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112B368-2C0B-D40E-C038-21D0F48566D4}"/>
              </a:ext>
            </a:extLst>
          </p:cNvPr>
          <p:cNvSpPr/>
          <p:nvPr/>
        </p:nvSpPr>
        <p:spPr>
          <a:xfrm>
            <a:off x="4164206" y="1271267"/>
            <a:ext cx="4004434" cy="40044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57DA32C-8DBB-DCD9-6C94-1057AA7EB20F}"/>
              </a:ext>
            </a:extLst>
          </p:cNvPr>
          <p:cNvSpPr txBox="1"/>
          <p:nvPr/>
        </p:nvSpPr>
        <p:spPr>
          <a:xfrm>
            <a:off x="5465042" y="2060824"/>
            <a:ext cx="132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Zielgruppe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F7A5753-CF83-F7A7-36A4-09BBA3663F29}"/>
              </a:ext>
            </a:extLst>
          </p:cNvPr>
          <p:cNvSpPr txBox="1"/>
          <p:nvPr/>
        </p:nvSpPr>
        <p:spPr>
          <a:xfrm>
            <a:off x="4579820" y="3678182"/>
            <a:ext cx="132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Zielsetzung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0B4CB52-5BEC-E1E8-0237-085AA860F98A}"/>
              </a:ext>
            </a:extLst>
          </p:cNvPr>
          <p:cNvSpPr txBox="1"/>
          <p:nvPr/>
        </p:nvSpPr>
        <p:spPr>
          <a:xfrm>
            <a:off x="6417720" y="3698418"/>
            <a:ext cx="132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Umsetzung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B5C6F4B-2B1F-9012-24C3-398A223AFC67}"/>
              </a:ext>
            </a:extLst>
          </p:cNvPr>
          <p:cNvCxnSpPr>
            <a:cxnSpLocks/>
          </p:cNvCxnSpPr>
          <p:nvPr/>
        </p:nvCxnSpPr>
        <p:spPr>
          <a:xfrm flipH="1">
            <a:off x="5540263" y="2783931"/>
            <a:ext cx="290843" cy="520637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F361F4A7-9C78-DEBE-4150-51691F5EC573}"/>
              </a:ext>
            </a:extLst>
          </p:cNvPr>
          <p:cNvCxnSpPr>
            <a:cxnSpLocks/>
          </p:cNvCxnSpPr>
          <p:nvPr/>
        </p:nvCxnSpPr>
        <p:spPr>
          <a:xfrm flipH="1" flipV="1">
            <a:off x="6500480" y="2744239"/>
            <a:ext cx="290843" cy="520637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5A4A2C58-34E3-1A09-0311-B32B587F463C}"/>
              </a:ext>
            </a:extLst>
          </p:cNvPr>
          <p:cNvCxnSpPr>
            <a:cxnSpLocks/>
          </p:cNvCxnSpPr>
          <p:nvPr/>
        </p:nvCxnSpPr>
        <p:spPr>
          <a:xfrm flipH="1">
            <a:off x="5905376" y="3883084"/>
            <a:ext cx="522095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Grafik 23" descr="Waage der Justitia mit einfarbiger Füllung">
            <a:extLst>
              <a:ext uri="{FF2B5EF4-FFF2-40B4-BE49-F238E27FC236}">
                <a16:creationId xmlns:a16="http://schemas.microsoft.com/office/drawing/2014/main" id="{8B298C1D-8619-9D78-B429-88ABDA11A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4711" y="2822824"/>
            <a:ext cx="914400" cy="914400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47D7D149-AE4C-D244-C75F-C0E33109C23F}"/>
              </a:ext>
            </a:extLst>
          </p:cNvPr>
          <p:cNvSpPr txBox="1"/>
          <p:nvPr/>
        </p:nvSpPr>
        <p:spPr>
          <a:xfrm>
            <a:off x="4271882" y="2804165"/>
            <a:ext cx="144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Erwartungen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366C180-746D-C0E4-57A4-5CFA666FEABD}"/>
              </a:ext>
            </a:extLst>
          </p:cNvPr>
          <p:cNvSpPr txBox="1"/>
          <p:nvPr/>
        </p:nvSpPr>
        <p:spPr>
          <a:xfrm>
            <a:off x="6641846" y="2806284"/>
            <a:ext cx="1574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Möglichkeiten</a:t>
            </a:r>
          </a:p>
        </p:txBody>
      </p:sp>
    </p:spTree>
    <p:extLst>
      <p:ext uri="{BB962C8B-B14F-4D97-AF65-F5344CB8AC3E}">
        <p14:creationId xmlns:p14="http://schemas.microsoft.com/office/powerpoint/2010/main" val="2403897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Breitbild</PresentationFormat>
  <Paragraphs>12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Bley, Jonas Alexander</dc:creator>
  <cp:lastModifiedBy>Bley, Jonas Alexander</cp:lastModifiedBy>
  <cp:revision>6</cp:revision>
  <dcterms:created xsi:type="dcterms:W3CDTF">2026-10-06T08:11:46Z</dcterms:created>
  <dcterms:modified xsi:type="dcterms:W3CDTF">2026-10-07T07:53:58Z</dcterms:modified>
</cp:coreProperties>
</file>